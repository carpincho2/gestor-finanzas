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914400"/>
            <a:ext cx="3108960" cy="384048"/>
          </a:xfrm>
          <a:prstGeom prst="roundRect">
            <a:avLst>
              <a:gd name="adj" fmla="val 47619"/>
            </a:avLst>
          </a:prstGeom>
          <a:solidFill>
            <a:srgbClr val="132F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0" y="914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DEFENSA DE PROYECTO INTEGRADOR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Finance Manager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188720" y="24231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Gestor de finanzas personales, comparador de precios de supermercados (SEPA) y asistente inteligente de compras pensado para Argentina.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 (HTML / CSS / 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56616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 (FastAPI)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56616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Precios Claros (SEPA)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356616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+ Lector de Tickets (OCR)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EL PROBLEMA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hicimos este proyecto?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apps comunes solo sirven para anotar gastos a mano, pero acá tenemos 3 problemas reales: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 repartida por todos lados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Tenés plata en efectivo, en el banco y en billeteras como Mercado Pago. A mitad de mes es muy difícil saber cuánto tenés disponible realmente.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828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Precios muy distintos en el súper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5146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la inflación, el mismo producto puede salir un 30% o 40% más caro en un supermercado que en otro que está a tres cuadras.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28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al momento de pagar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5146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querés comprar algo grande (como en Mercado Libre), cuesta calcular rápido con qué tarjeta o billetera te conviene pagar para ahorrar.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RECORRIDO POR LA APP — PARTE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Control de tu Plata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 cada sección principal del gestor financiero: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Dashboard (Pantalla Principal)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resumen general apenas entrás. Te muestra tu plata total, cuánto te entró y cuánto gastaste en el mes, con gráficos simples para ver en qué se te va la plata.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Cuentas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299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Donde registrás todos los lugares donde tenés guardada tu plata (efectivo, bancos, Mercado Pago, tarjetas, en pesos o dólares). Cada gasto o transferencia actualiza el saldo solo.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Transacciones + Lector OCR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historial de entradas y salidas de plata. Podés anotar un gasto a mano o sacarle una foto al ticket del súper (OCR) para que la IA lea los productos y cargue el gasto sola.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1546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Presupuestos y Objetivos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6301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Presupuestos: Límites de gasto por mes (ej. Salidas) con alertas si te estás por pasar.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Objetivos: Alcancías virtuales para ahorrar hacia una meta (ej. Notebook o Vacaciones).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RECORRIDO POR LA APP — PARTE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para Ahorrar de Verdad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diferencia a nuestro proyecto de cualquier anotador común: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Buscador de Supermercados (SEPA)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Comparador de precios que usa la lista oficial de Precios Claros del gobierno y tu ubicación en el mapa para decirte en qué súper cercano te sale más barato comprar.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Asistente de Compras Inteligente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299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Pegás el link de un producto (ej. Mercado Libre), la app saca el precio sola y, mirando qué billeteras o tarjetas tenés, te recomienda con cuál pagar para ahorrar.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Chatbot / Asesor con 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chat dentro de la app conectado a Inteligencia Artificial al que le podés hacer preguntas normales sobre tu plata y te responde analizando tus propios números.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1546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Sincronización con Mercado Pago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6301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 directa con la API de Mercado Pago mediante un adaptador propio para importar tus gastos reales automáticamente sin duplicarlos.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ARQUITECTURA DEL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está armado por dentro?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Dividimos el proyecto en 4 capas bien separadas para trabajar ordenados y no mezclar todo: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Pantallas (Frontend)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Vistas y Diseño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2761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y CSS Modular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 de Pantalla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858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+ Estado Central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834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60320" y="155448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9748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al Servidor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97480" y="23774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Rutas (FastAPI)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61488" y="2761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Reciben pedidos y validan datos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34747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1488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(JWT)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61488" y="3858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y claves encriptadas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834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155448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 (Servicios)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23774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Cuentas y Gastos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64608" y="2761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Suma/resta saldos y alertas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4747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SEPA, OCR e IA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64608" y="3858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Limpia precios y lee tickets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2834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66560" y="155448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y Conexiones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03720" y="23774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(BD)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67728" y="2761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todo con SQLAlchemy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03720" y="34747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Adaptadores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67728" y="3858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 con Mercado Pago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DEFENSA TÉCNICA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Decisiones Importantes que Tomamos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reales que nos encontramos al programar y cómo los resolvimos: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37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719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Separar el Frontend (Web) del Backend (API)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07008" y="2066544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pantallas solo muestran datos y toda la lógica pesada (cálculos, saldos, IA y precios) corre en el servidor con FastAPI. Así la página es rápida y segura.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737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21808" y="1719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Separar en Capas (Rutas ➔ Servicios ➔ BD)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21808" y="2066544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principio teníamos todo mezclado en el mismo archivo. Lo separamos para que cada parte haga una sola cosa: las rutas reciben el pedido, los servicios calculan y los repositorios guardan.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3192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Descargar y limpiar antes los precios del Súper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07008" y="3666744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archivos del gobierno (SEPA) tienen cientos de miles de precios y buscarlos en vivo colgaba todo. Armamos un proceso que primero los descarga, los limpia y los guarda listos.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21808" y="33192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Cuidar el Historial y la Privacidad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21808" y="3666744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existen usuarios 'Admin' porque la plata de cada persona es privada (token JWT). Y cuando cerrás una cuenta, se archiva en vez de borrarse para no perder los gastos viejos.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9144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32F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0" y="914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¡Muchas Gracias!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proyecto pensado para resolver un problema real del bolsillo, construido de forma ordenada y escalable.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306324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54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 Módulos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Integrados en un solo lugar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306324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154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+ 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Rápido, seguro y separado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06324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154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Capas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Fácil de mantener y escalar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Defensa - Flujo Finance Manager</dc:title>
  <dc:subject>PptxGenJS Presentation</dc:subject>
  <dc:creator>Flujo Finance Manager</dc:creator>
  <cp:lastModifiedBy>Flujo Finance Manager</cp:lastModifiedBy>
  <cp:revision>1</cp:revision>
  <dcterms:created xsi:type="dcterms:W3CDTF">2026-10-26T15:10:33Z</dcterms:created>
  <dcterms:modified xsi:type="dcterms:W3CDTF">2026-10-26T15:10:33Z</dcterms:modified>
</cp:coreProperties>
</file>