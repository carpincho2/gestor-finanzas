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91440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132F3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0" y="9144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DEFENSA DE PROYECTO INTEGRADOR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Flujo Finance Manager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188720" y="242316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Gestor de finanzas personales, comparador de precios de supermercados (SEPA) y asistente inteligente de compras pensado para Argentina.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1874520" cy="502920"/>
          </a:xfrm>
          <a:prstGeom prst="roundRect">
            <a:avLst>
              <a:gd name="adj" fmla="val 21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56616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 (HTML / CSS / TS)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3566160"/>
            <a:ext cx="1874520" cy="502920"/>
          </a:xfrm>
          <a:prstGeom prst="roundRect">
            <a:avLst>
              <a:gd name="adj" fmla="val 21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356616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3566160"/>
            <a:ext cx="1874520" cy="502920"/>
          </a:xfrm>
          <a:prstGeom prst="roundRect">
            <a:avLst>
              <a:gd name="adj" fmla="val 21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56616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API (FastAPI)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1874520" cy="502920"/>
          </a:xfrm>
          <a:prstGeom prst="roundRect">
            <a:avLst>
              <a:gd name="adj" fmla="val 218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356616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+ Lector de Tickets (OCR)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01. EL PROBLEMA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¿Por qué hicimos este proyecto?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apps comunes solo sirven para anotar gastos a mano, pero acá tenemos 3 problemas reales: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Plata repartida por todos lados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Tenés plata en efectivo, en el banco y en billeteras como Mercado Pago. A mitad de mes es muy difícil saber cuánto tenés disponible realmente.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60020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8288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Precios muy distintos en el súper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5146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la inflación, el mismo producto puede salir un 30% o 40% más caro en un supermercado que en otro que está a tres cuadras.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60020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8288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Dudas al momento de pagar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25146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querés comprar algo grande (como en Mercado Libre), cuesta calcular rápido con qué tarjeta o billetera te conviene pagar para ahorrar.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02. RECORRIDO POR LA APP — PARTE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Control de tu Plata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es cada sección principal del gestor financiero: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(Pantalla Principal)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 el resumen general apenas entrás. Te muestra tu plata total, cuánto te entró y cuánto gastaste en el mes, con gráficos simples para ver en qué se te va la plata.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Cuentas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20299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Donde registrás todos los lugares donde tenés guardada tu plata (efectivo, bancos, Mercado Pago, tarjetas, en pesos o dólares). Cada gasto o transferencia actualiza el saldo solo.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291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Transacciones + Lector OCR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historial de entradas y salidas de plata. Podés anotar un gasto a mano o sacarle una foto al ticket del súper (OCR) para que la IA lea los productos y cargue el gasto sola.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3291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Presupuestos y Objetivos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36301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Presupuestos: Límites de gasto por mes (ej. Salidas) con alertas si te estás por pasar.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Objetivos: Alcancías virtuales para ahorrar hacia una meta (ej. Notebook o Vacaciones).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03. RECORRIDO POR LA APP — PARTE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Herramientas para Ahorrar de Verdad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diferencia a nuestro proyecto de cualquier anotador común: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Buscador de Supermercados (SEPA)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Comparador de precios que usa la lista oficial de Precios Claros del gobierno y tu ubicación en el mapa para decirte en qué súper cercano te sale más barato comprar.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Asistente de Compras Inteligente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20299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Pegás el link de un producto (ej. Mercado Libre), la app saca el precio sola y, mirando qué billeteras o tarjetas tenés, te recomienda con cuál pagar para ahorrar.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291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Chatbot / Asesor con 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chat dentro de la app conectado a Inteligencia Artificial al que le podés hacer preguntas normales sobre tu plata y te responde analizando tus propios números.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3291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App Móvil (Flutter) + Mercado Pago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363016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Versión para celular Android conectada al mismo servidor que la Web, más sincronización directa con Mercado Pago para traer tus gastos reales sin duplicarlos.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04. ARQUITECTURA DEL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¿Cómo está armado por dentro?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Dividimos el proyecto en 4 capas bien separadas para trabajar ordenados y no mezclar todo: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874520" cy="3063240"/>
          </a:xfrm>
          <a:prstGeom prst="roundRect">
            <a:avLst>
              <a:gd name="adj" fmla="val 4878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916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Pantallas (Frontend)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Página Web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58368" y="27614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HTML, CSS y TypeScript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4747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566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Celular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 (Android)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31720" y="28346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➔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560320" y="1554480"/>
            <a:ext cx="1874520" cy="3063240"/>
          </a:xfrm>
          <a:prstGeom prst="roundRect">
            <a:avLst>
              <a:gd name="adj" fmla="val 4878"/>
            </a:avLst>
          </a:prstGeom>
          <a:solidFill>
            <a:srgbClr val="1E293B"/>
          </a:solidFill>
          <a:ln w="254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6916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97480" y="19202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 al Servidor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97480" y="23774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61488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Rutas (FastAPI)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61488" y="27614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Reciben pedidos y validan datos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97480" y="34747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61488" y="3566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Seguridad (JWT)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761488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y claves encriptadas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8346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➔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663440" y="1554480"/>
            <a:ext cx="1874520" cy="3063240"/>
          </a:xfrm>
          <a:prstGeom prst="roundRect">
            <a:avLst>
              <a:gd name="adj" fmla="val 4878"/>
            </a:avLst>
          </a:prstGeom>
          <a:solidFill>
            <a:srgbClr val="1E293B"/>
          </a:solidFill>
          <a:ln w="254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6916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3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0600" y="19202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 (Servicios)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23774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Cuentas y Gastos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64608" y="27614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Suma/resta saldos y alertas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00600" y="34747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4608" y="3566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SEPA, OCR e IA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864608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Limpia precios y lee tickets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37960" y="28346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➔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766560" y="1554480"/>
            <a:ext cx="1874520" cy="3063240"/>
          </a:xfrm>
          <a:prstGeom prst="roundRect">
            <a:avLst>
              <a:gd name="adj" fmla="val 4878"/>
            </a:avLst>
          </a:prstGeom>
          <a:solidFill>
            <a:srgbClr val="1E293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16916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03720" y="19202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y Conexiones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03720" y="23774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67728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Repositorios (BD)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967728" y="27614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todo con SQLAlchemy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903720" y="34747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11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67728" y="3566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Adaptadores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967728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Conecta con Mercado Pago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05. DEFENSA TÉCNICA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Decisiones Importantes que Tomamos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Problemas reales que nos encontramos al programar y cómo los resolvimos: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7373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1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07008" y="17190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solo Backend para Web y Celular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07008" y="2066544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vez de programar las cuentas dos veces, pusimos toda la lógica en el servidor con FastAPI. Así, cualquier cambio impacta en la Web y en Android al mismo tiempo.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7373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1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21808" y="17190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Separar en Capas (Rutas ➔ Servicios ➔ BD)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321808" y="2066544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 principio teníamos todo mezclado en el mismo archivo. Lo separamos para que cada parte haga una sola cosa: las rutas reciben el pedido, los servicios calculan y los repositorios guardan.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3375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337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1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3192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Descargar y limpiar antes los precios del Súper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07008" y="3666744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archivos del gobierno (SEPA) tienen cientos de miles de precios y buscarlos en vivo colgaba todo. Armamos un proceso que primero los descarga, los limpia y los guarda listos.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1546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8032" y="33375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8BDF8"/>
          </a:solidFill>
          <a:ln/>
        </p:spPr>
      </p:sp>
      <p:sp>
        <p:nvSpPr>
          <p:cNvPr id="22" name="Text 20"/>
          <p:cNvSpPr/>
          <p:nvPr/>
        </p:nvSpPr>
        <p:spPr>
          <a:xfrm>
            <a:off x="4828032" y="3337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1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21808" y="33192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Cuidar el Historial y la Privacidad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21808" y="3666744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existen usuarios 'Admin' porque la plata de cada persona es privada (token JWT). Y cuando cerrás una cuenta, se archiva en vez de borrarse para no perder los gastos viejos.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91440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132F3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0" y="914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CONCLUSIÓN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¡Muchas Gracias!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71600" y="22860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proyecto pensado para resolver un problema real del bolsillo, construido de forma ordenada, escalable y multiplataforma.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30632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154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 Módulos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Integrados en un solo lugar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30632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154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+ Móvil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3566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Conectados a la misma API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30632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3154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Capas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3566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Fácil de mantener y escalar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0" y="4251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¿Preguntas?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Defensa - Flujo Finance Manager</dc:title>
  <dc:subject>PptxGenJS Presentation</dc:subject>
  <dc:creator>Flujo Finance Manager</dc:creator>
  <cp:lastModifiedBy>Flujo Finance Manager</cp:lastModifiedBy>
  <cp:revision>1</cp:revision>
  <dcterms:created xsi:type="dcterms:W3CDTF">2026-10-25T22:16:13Z</dcterms:created>
  <dcterms:modified xsi:type="dcterms:W3CDTF">2026-10-25T22:16:13Z</dcterms:modified>
</cp:coreProperties>
</file>